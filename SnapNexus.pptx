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617"/>
    <a:srgbClr val="1E3A8A"/>
    <a:srgbClr val="FDE047"/>
    <a:srgbClr val="D97706"/>
    <a:srgbClr val="F59E0B"/>
    <a:srgbClr val="004F92"/>
    <a:srgbClr val="001642"/>
    <a:srgbClr val="1B8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75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1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9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2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5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82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9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844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8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54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7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CF511-ABD6-4F3F-AA9C-9D7E7676DFD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39F70-DECA-4A21-AE04-8C45A2A8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57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35000">
              <a:srgbClr val="0070C0"/>
            </a:gs>
            <a:gs pos="100000">
              <a:srgbClr val="001642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37B3-BBA3-0F92-0259-9CC634881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96930"/>
            <a:ext cx="7772400" cy="318346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FDE047"/>
                    </a:gs>
                    <a:gs pos="61000">
                      <a:srgbClr val="F59E0B"/>
                    </a:gs>
                    <a:gs pos="91000">
                      <a:srgbClr val="D97706"/>
                    </a:gs>
                  </a:gsLst>
                  <a:lin ang="2700000" scaled="1"/>
                  <a:tileRect/>
                </a:gradFill>
                <a:latin typeface="Syne ExtraBold" pitchFamily="2" charset="0"/>
              </a:rPr>
              <a:t>SnapNexus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1B20A-06E4-97BD-5F83-D218FF351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758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35000">
              <a:srgbClr val="1E3A8A"/>
            </a:gs>
            <a:gs pos="100000">
              <a:srgbClr val="020617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2EA5-BBB0-0385-4B44-51D424F4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99853"/>
            <a:ext cx="7886700" cy="1767417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IN" sz="6000" dirty="0">
                <a:gradFill flip="none" rotWithShape="1">
                  <a:gsLst>
                    <a:gs pos="0">
                      <a:srgbClr val="FDE047"/>
                    </a:gs>
                    <a:gs pos="61000">
                      <a:srgbClr val="F59E0B"/>
                    </a:gs>
                    <a:gs pos="91000">
                      <a:srgbClr val="D97706"/>
                    </a:gs>
                  </a:gsLst>
                  <a:lin ang="2700000" scaled="1"/>
                  <a:tileRect/>
                </a:gradFill>
                <a:latin typeface="Syne ExtraBold" pitchFamily="2" charset="0"/>
              </a:rPr>
              <a:t>SnapNexus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6AF12-BA6A-AF6E-F5ED-E42539E6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3379"/>
            <a:ext cx="7886700" cy="28432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>
                <a:solidFill>
                  <a:schemeClr val="bg1"/>
                </a:solidFill>
                <a:latin typeface="Syne" pitchFamily="2" charset="0"/>
              </a:rPr>
              <a:t>New aesthetic look!</a:t>
            </a:r>
          </a:p>
          <a:p>
            <a:pPr marL="0" indent="0" algn="ctr">
              <a:buNone/>
            </a:pPr>
            <a:r>
              <a:rPr lang="en-IN" sz="5400" dirty="0">
                <a:solidFill>
                  <a:schemeClr val="bg1"/>
                </a:solidFill>
                <a:latin typeface="Syne" pitchFamily="2" charset="0"/>
              </a:rPr>
              <a:t>For your aesthetic </a:t>
            </a:r>
            <a:r>
              <a:rPr lang="en-IN" sz="5400" dirty="0">
                <a:solidFill>
                  <a:srgbClr val="FDE047"/>
                </a:solidFill>
                <a:latin typeface="Syne" pitchFamily="2" charset="0"/>
              </a:rPr>
              <a:t>events!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DDDE9D-1B98-C57D-9B08-C748674164D4}"/>
              </a:ext>
            </a:extLst>
          </p:cNvPr>
          <p:cNvSpPr txBox="1">
            <a:spLocks/>
          </p:cNvSpPr>
          <p:nvPr/>
        </p:nvSpPr>
        <p:spPr>
          <a:xfrm>
            <a:off x="628650" y="5695405"/>
            <a:ext cx="7886700" cy="28432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000" dirty="0">
                <a:solidFill>
                  <a:schemeClr val="bg1"/>
                </a:solidFill>
                <a:latin typeface="Syne SemiBold" pitchFamily="2" charset="0"/>
              </a:rPr>
              <a:t>Check out the new website now!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IN" sz="4000" dirty="0">
              <a:solidFill>
                <a:schemeClr val="bg1"/>
              </a:solidFill>
              <a:latin typeface="Syne SemiBold" pitchFamily="2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4000" dirty="0">
                <a:solidFill>
                  <a:schemeClr val="bg1"/>
                </a:solidFill>
                <a:latin typeface="Syne SemiBold" pitchFamily="2" charset="0"/>
              </a:rPr>
              <a:t>Link still in bio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841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</TotalTime>
  <Words>25</Words>
  <Application>Microsoft Office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Syne</vt:lpstr>
      <vt:lpstr>Syne ExtraBold</vt:lpstr>
      <vt:lpstr>Syne SemiBold</vt:lpstr>
      <vt:lpstr>Office Theme</vt:lpstr>
      <vt:lpstr>SnapNexus</vt:lpstr>
      <vt:lpstr>SnapNexus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Soni</dc:creator>
  <cp:lastModifiedBy>Bhavya Soni</cp:lastModifiedBy>
  <cp:revision>1</cp:revision>
  <dcterms:created xsi:type="dcterms:W3CDTF">2026-04-09T14:58:11Z</dcterms:created>
  <dcterms:modified xsi:type="dcterms:W3CDTF">2026-04-09T18:33:47Z</dcterms:modified>
</cp:coreProperties>
</file>